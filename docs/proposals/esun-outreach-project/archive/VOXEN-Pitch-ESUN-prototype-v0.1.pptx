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0"/>
            <a:ext cx="7315200" cy="3108960"/>
          </a:xfrm>
          <a:prstGeom prst="rect">
            <a:avLst/>
          </a:prstGeom>
          <a:solidFill>
            <a:srgbClr val="0A4055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玉山商業銀行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Outbound 客服中心現代化專案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+ 3CX  解決方案提案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371600" cy="0"/>
          </a:xfrm>
          <a:prstGeom prst="line">
            <a:avLst/>
          </a:prstGeom>
          <a:noFill/>
          <a:ln w="25400">
            <a:solidFill>
              <a:srgbClr val="10A0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05 / 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提案商：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瑛聲科技企業股份有限公司</a:t>
            </a:r>
            <a:pPr algn="l" indent="0" marL="0">
              <a:buNone/>
            </a:pPr>
            <a:r>
              <a:rPr lang="en-US" sz="13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Premium Partner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52760" y="6355080"/>
            <a:ext cx="1325880" cy="365760"/>
          </a:xfrm>
          <a:prstGeom prst="rect">
            <a:avLst/>
          </a:prstGeom>
          <a:solidFill>
            <a:srgbClr val="0E506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52760" y="6355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機密資訊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13716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2024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1945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案件緣起 — Genesys 11/01 與玉山痛點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2024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945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 Overview — VOXEN + 3CX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194560" y="2560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20240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19456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3CX  ★  本場核心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3566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920240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19456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Migration Strategy 與三層安全網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920240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194560" y="4069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時程與里程碑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7160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920240" y="4572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19456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商業條款（議約框架）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71600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920240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219456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Copilot 共存空間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371600" y="5577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920240" y="5577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2194560" y="5577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 + 現場 Demo</a:t>
            </a:r>
            <a:endParaRPr lang="en-US" sz="2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為何瑛聲選擇 3CX，而非自行開發 PBX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73152" cy="914400"/>
          </a:xfrm>
          <a:prstGeom prst="rect">
            <a:avLst/>
          </a:prstGeom>
          <a:solidFill>
            <a:srgbClr val="10A0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「玉山曾期待瑛聲自行開發類似 Asterisk / FreePBX 的方案。」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我們聽到了 — 並且認真評估過。本節說明為何最終選擇了不同的路徑，以及這個選擇對玉山的具體好處。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關鍵取捨對照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瑛聲自開發 PBX（Asterisk-based）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VOXEN + 3CX（本案方案）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交付時程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6-12 個月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配合 6/30 Go-live 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原廠工程支援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 — 僅瑛聲團隊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3CX 原廠 Tier-3 + 瑛聲 Premium Partner 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全球客戶基礎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萬+（含金融業）✓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 / 高可用性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需自行設計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原生 HA Cluster + 自動 failover 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 VOXEN 平台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需另開發 Adapter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無縫接軌（多年實作驗證）✓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0FAFB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A0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結論：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3CX 不是「商業 vs 開源」之爭，而是把</a:t>
            </a:r>
            <a:pPr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「商業支援的深度 + 開源精神的開放性」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同時給玉山。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玉山得到的不是「仰賴瑛聲一家」，而是「3CX 全球體系 + 瑛聲在地專業團隊」雙重後盾。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Engsound Technology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玉山銀行 Outbound 客服中心現代化專案 — 提案</dc:title>
  <dc:subject>PptxGenJS Presentation</dc:subject>
  <dc:creator>瑛聲科技企業股份有限公司</dc:creator>
  <cp:lastModifiedBy>瑛聲科技企業股份有限公司</cp:lastModifiedBy>
  <cp:revision>1</cp:revision>
  <dcterms:created xsi:type="dcterms:W3CDTF">2026-04-26T03:26:41Z</dcterms:created>
  <dcterms:modified xsi:type="dcterms:W3CDTF">2026-04-26T03:26:41Z</dcterms:modified>
</cp:coreProperties>
</file>